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1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C4AA65-D2C7-F61D-573C-D5F5FEEF2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1C45EFB-5FD2-5F0E-2E86-EB4CF5E3A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8F9B2C-54BD-FDEE-E32E-EB3B91563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87CAF-12F6-494B-82F6-E1B780DBF1CF}" type="datetimeFigureOut">
              <a:rPr kumimoji="1" lang="ja-JP" altLang="en-US" smtClean="0"/>
              <a:t>2022/12/11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0B005E-4F77-42FD-990F-7A17B36A1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A2CB64-C414-CB99-DCA1-DDADB23EC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E8C0-A59D-4B68-964C-01FDADC4CD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9171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F7D9E5-BA1B-DEC3-766C-E748ADB56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4F5C1D-3B7A-EFF3-8A3F-272D7284B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0EADB9-D1A0-0205-2FD2-44B9E5E60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87CAF-12F6-494B-82F6-E1B780DBF1CF}" type="datetimeFigureOut">
              <a:rPr kumimoji="1" lang="ja-JP" altLang="en-US" smtClean="0"/>
              <a:t>2022/12/11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CA490E-2D91-522D-FE32-EC9FB7C18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51EECE-079A-8BB2-C4DB-E0E86AE29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E8C0-A59D-4B68-964C-01FDADC4CD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5351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A80B0E-7597-FAB2-01F6-5F1AFFE68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3236D4-3D84-199C-4F83-854359F81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D6C4CA-C5EE-4D70-0636-2A6E4985E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87CAF-12F6-494B-82F6-E1B780DBF1CF}" type="datetimeFigureOut">
              <a:rPr kumimoji="1" lang="ja-JP" altLang="en-US" smtClean="0"/>
              <a:t>2022/12/11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5E3940-4D46-0A53-A5F9-4E86C40DA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DB6EF9-7E1F-F43D-E2EB-5F2102954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E8C0-A59D-4B68-964C-01FDADC4CD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4224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D92CD9-44AC-908B-F51B-2A434DB0B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E1CEDB-639E-7F01-8231-838BDF422A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CAB02E-DB88-F450-1A0E-DB6E6F5B5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616051-19FB-CCBE-19B0-8AFD2D423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87CAF-12F6-494B-82F6-E1B780DBF1CF}" type="datetimeFigureOut">
              <a:rPr kumimoji="1" lang="ja-JP" altLang="en-US" smtClean="0"/>
              <a:t>2022/12/11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CCCF83-8F3F-6191-D9BC-C70330083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57E1C9-A5BC-4B92-F0A6-EB77580C8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E8C0-A59D-4B68-964C-01FDADC4CD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7681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702361-CC9E-B6EA-8CCC-7A20AB231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BD4F4B-6C43-C006-79CD-4838DC67E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935B0A-ECBE-D511-0243-D4487D6E8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121F29D-5358-584C-8345-4E53B46F31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F110E08-B229-9C2D-97E8-0D66370D1E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6176AC3-16FC-E8C2-ED57-32915E8B2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87CAF-12F6-494B-82F6-E1B780DBF1CF}" type="datetimeFigureOut">
              <a:rPr kumimoji="1" lang="ja-JP" altLang="en-US" smtClean="0"/>
              <a:t>2022/12/11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85112A7-34C3-D2FF-CDEC-2AC10A67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E98BCE9-56CB-F237-BA8F-E580D4CD1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E8C0-A59D-4B68-964C-01FDADC4CD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6428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A78BBB-EA48-9155-6FE0-D1655FD6F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7C1F8E4-54FF-BAF2-84A9-8EDFA4B94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87CAF-12F6-494B-82F6-E1B780DBF1CF}" type="datetimeFigureOut">
              <a:rPr kumimoji="1" lang="ja-JP" altLang="en-US" smtClean="0"/>
              <a:t>2022/12/11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E5AF3FF-6084-044F-BC4C-DBA9551AA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E09E3F8-8A64-3768-DD7D-5D717FB8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E8C0-A59D-4B68-964C-01FDADC4CD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0850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994E013-6773-A5F3-2FC1-1AF4D3E40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87CAF-12F6-494B-82F6-E1B780DBF1CF}" type="datetimeFigureOut">
              <a:rPr kumimoji="1" lang="ja-JP" altLang="en-US" smtClean="0"/>
              <a:t>2022/12/11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D49C2C1-7982-0E05-43E2-6BEFE5837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443CCF-1CD3-5659-4A7E-C8FB6221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E8C0-A59D-4B68-964C-01FDADC4CD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399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B0B22A-C765-36C2-6AD0-F4BE424F0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D36194-4191-4303-1D91-673F04D99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29765D-7661-0C4C-047D-3C1A39765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54A346-7124-53AA-F66B-6ECEC71A9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87CAF-12F6-494B-82F6-E1B780DBF1CF}" type="datetimeFigureOut">
              <a:rPr kumimoji="1" lang="ja-JP" altLang="en-US" smtClean="0"/>
              <a:t>2022/12/11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EEA98AC-AF71-D2A2-6D33-40780061F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F07A22-86A9-A533-8853-624F1D91D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E8C0-A59D-4B68-964C-01FDADC4CD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6596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52A64A-9A94-0118-9ED8-A2E6DD479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6D9DE16-D500-FA97-08BD-1491F3A077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F93A95-5108-DC38-6AFC-6B4715533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D440C9-BC8E-9B90-4BA9-860187102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87CAF-12F6-494B-82F6-E1B780DBF1CF}" type="datetimeFigureOut">
              <a:rPr kumimoji="1" lang="ja-JP" altLang="en-US" smtClean="0"/>
              <a:t>2022/12/11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F282E5-66AA-A7F7-D5F9-32DEDC257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15507B-374B-0FF6-ECDE-C3369B18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E8C0-A59D-4B68-964C-01FDADC4CD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5959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457D20-8B6D-41A7-C34C-2E44CE8B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F2A620B-3632-23CF-1252-2A8A6AE7C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E80857-AA3D-007E-893D-36AABBD7B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87CAF-12F6-494B-82F6-E1B780DBF1CF}" type="datetimeFigureOut">
              <a:rPr kumimoji="1" lang="ja-JP" altLang="en-US" smtClean="0"/>
              <a:t>2022/12/11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6B3EA6-E80A-5F74-2D30-FBD034237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80DFAE-6F87-42FE-6498-795A8B4C3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E8C0-A59D-4B68-964C-01FDADC4CD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421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2009611-AF2A-E2A6-6839-427457132C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3949E6F-95F8-D032-E3AE-96FB97337E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D9ED9A-3FF2-A8C1-6F24-BC37D9FFF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87CAF-12F6-494B-82F6-E1B780DBF1CF}" type="datetimeFigureOut">
              <a:rPr kumimoji="1" lang="ja-JP" altLang="en-US" smtClean="0"/>
              <a:t>2022/12/11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2C6FB7-4E22-3A9C-5C53-9C2086355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7B9E54-1DA3-D840-983D-A919DB05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E8C0-A59D-4B68-964C-01FDADC4CD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0902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93D02A6-1AE8-BA31-BF24-E86810496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AFF95F-7619-33FE-045B-430C9E02F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9697B5-29DA-1A64-FF29-3C1767F83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87CAF-12F6-494B-82F6-E1B780DBF1CF}" type="datetimeFigureOut">
              <a:rPr kumimoji="1" lang="ja-JP" altLang="en-US" smtClean="0"/>
              <a:t>2022/12/11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202AE6-AC75-8EFB-2ABE-079E88124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51FF0C-FB90-6961-6A8F-7AD71A4DC1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9E8C0-A59D-4B68-964C-01FDADC4CD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0102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non-piano.com/image/header.png" TargetMode="External"/><Relationship Id="rId13" Type="http://schemas.openxmlformats.org/officeDocument/2006/relationships/hyperlink" Target="https://www.kanon-piano.com/blog.php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kanon-piano.com/common/js/jquery.bxslider.min.js" TargetMode="External"/><Relationship Id="rId12" Type="http://schemas.openxmlformats.org/officeDocument/2006/relationships/hyperlink" Target="https://www.kanon-piano.com/price.php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non-piano.com/common/css/jquery.bxslider.css" TargetMode="External"/><Relationship Id="rId11" Type="http://schemas.openxmlformats.org/officeDocument/2006/relationships/hyperlink" Target="https://www.kanon-piano.com/info.php" TargetMode="External"/><Relationship Id="rId5" Type="http://schemas.openxmlformats.org/officeDocument/2006/relationships/hyperlink" Target="https://www.kanon-piano.com/common/css/common.css" TargetMode="External"/><Relationship Id="rId15" Type="http://schemas.openxmlformats.org/officeDocument/2006/relationships/hyperlink" Target="https://www.kanon-piano.com/image/pr/000000000001.jpg" TargetMode="External"/><Relationship Id="rId10" Type="http://schemas.openxmlformats.org/officeDocument/2006/relationships/hyperlink" Target="https://www.kanon-piano.com/profile.php" TargetMode="External"/><Relationship Id="rId4" Type="http://schemas.openxmlformats.org/officeDocument/2006/relationships/hyperlink" Target="https://ajax.googleapis.com/ajax/libs/jquery/1.7.1/jquery.min.js" TargetMode="External"/><Relationship Id="rId9" Type="http://schemas.openxmlformats.org/officeDocument/2006/relationships/hyperlink" Target="https://www.kanon-piano.com/index.php" TargetMode="External"/><Relationship Id="rId14" Type="http://schemas.openxmlformats.org/officeDocument/2006/relationships/hyperlink" Target="https://www.kanon-piano.com/contact.ph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B33676-24A4-74BD-A565-93BC5FB02A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検索画面の画像表示</a:t>
            </a:r>
          </a:p>
        </p:txBody>
      </p:sp>
    </p:spTree>
    <p:extLst>
      <p:ext uri="{BB962C8B-B14F-4D97-AF65-F5344CB8AC3E}">
        <p14:creationId xmlns:p14="http://schemas.microsoft.com/office/powerpoint/2010/main" val="2851310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4CB7F4-609B-8D5A-4F3E-5AC2B5A86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39"/>
            <a:ext cx="3352800" cy="549275"/>
          </a:xfrm>
        </p:spPr>
        <p:txBody>
          <a:bodyPr>
            <a:normAutofit/>
          </a:bodyPr>
          <a:lstStyle/>
          <a:p>
            <a:pPr algn="ctr"/>
            <a:r>
              <a:rPr kumimoji="1" lang="en-US" altLang="ja-JP" sz="1800" b="1" i="1" u="sng" dirty="0"/>
              <a:t>https://www.kanon-piano.com/</a:t>
            </a:r>
            <a:endParaRPr kumimoji="1" lang="ja-JP" altLang="en-US" sz="1800" b="1" i="1" u="sng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3EEECA6-AE3E-9A30-E3E1-E8E47BB27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23" y="884254"/>
            <a:ext cx="3541993" cy="93782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1B16EE7-49C7-7DFD-E7BE-4CA68A123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23" y="2242050"/>
            <a:ext cx="3512317" cy="4644226"/>
          </a:xfrm>
          <a:prstGeom prst="rect">
            <a:avLst/>
          </a:prstGeom>
        </p:spPr>
      </p:pic>
      <p:sp>
        <p:nvSpPr>
          <p:cNvPr id="8" name="タイトル 1">
            <a:extLst>
              <a:ext uri="{FF2B5EF4-FFF2-40B4-BE49-F238E27FC236}">
                <a16:creationId xmlns:a16="http://schemas.microsoft.com/office/drawing/2014/main" id="{38CB38E8-C52E-E1DE-6A2F-A4F9E113234F}"/>
              </a:ext>
            </a:extLst>
          </p:cNvPr>
          <p:cNvSpPr txBox="1">
            <a:spLocks/>
          </p:cNvSpPr>
          <p:nvPr/>
        </p:nvSpPr>
        <p:spPr>
          <a:xfrm>
            <a:off x="55260" y="481597"/>
            <a:ext cx="1222108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200" dirty="0"/>
              <a:t>■検索画面</a:t>
            </a: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0F036B6B-0F24-2C9B-C9CF-FDA1E94F07F8}"/>
              </a:ext>
            </a:extLst>
          </p:cNvPr>
          <p:cNvSpPr txBox="1">
            <a:spLocks/>
          </p:cNvSpPr>
          <p:nvPr/>
        </p:nvSpPr>
        <p:spPr>
          <a:xfrm>
            <a:off x="55260" y="1794157"/>
            <a:ext cx="1487354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200" dirty="0"/>
              <a:t>■ホームページ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C980543-9AD3-A8A6-8EDA-101C66BCFDD6}"/>
              </a:ext>
            </a:extLst>
          </p:cNvPr>
          <p:cNvSpPr/>
          <p:nvPr/>
        </p:nvSpPr>
        <p:spPr>
          <a:xfrm>
            <a:off x="389123" y="3978687"/>
            <a:ext cx="1048788" cy="11377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D06BCCF8-C084-4DC6-4DB8-807BD0253C21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704995" y="1717118"/>
            <a:ext cx="208522" cy="22615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FD1C7C53-EC7A-FB1D-9985-2224109BE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520635"/>
              </p:ext>
            </p:extLst>
          </p:nvPr>
        </p:nvGraphicFramePr>
        <p:xfrm>
          <a:off x="4784353" y="-164489"/>
          <a:ext cx="7407647" cy="7059232"/>
        </p:xfrm>
        <a:graphic>
          <a:graphicData uri="http://schemas.openxmlformats.org/drawingml/2006/table">
            <a:tbl>
              <a:tblPr/>
              <a:tblGrid>
                <a:gridCol w="196552">
                  <a:extLst>
                    <a:ext uri="{9D8B030D-6E8A-4147-A177-3AD203B41FA5}">
                      <a16:colId xmlns:a16="http://schemas.microsoft.com/office/drawing/2014/main" val="3371375211"/>
                    </a:ext>
                  </a:extLst>
                </a:gridCol>
                <a:gridCol w="7211095">
                  <a:extLst>
                    <a:ext uri="{9D8B030D-6E8A-4147-A177-3AD203B41FA5}">
                      <a16:colId xmlns:a16="http://schemas.microsoft.com/office/drawing/2014/main" val="1148291595"/>
                    </a:ext>
                  </a:extLst>
                </a:gridCol>
              </a:tblGrid>
              <a:tr h="97067">
                <a:tc rowSpan="47">
                  <a:txBody>
                    <a:bodyPr/>
                    <a:lstStyle/>
                    <a:p>
                      <a:endParaRPr lang="ja-JP" altLang="en-US" sz="8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ja-JP" altLang="en-US" sz="8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4825272"/>
                  </a:ext>
                </a:extLst>
              </a:tr>
              <a:tr h="180267">
                <a:tc vMerge="1">
                  <a:txBody>
                    <a:bodyPr/>
                    <a:lstStyle/>
                    <a:p>
                      <a:endParaRPr lang="ja-JP" altLang="en-US" sz="10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&lt;!DOCTYPE HTML PUBLIC "-//W3C//DTD HTML 4.01 Transitional//</a:t>
                      </a:r>
                      <a:r>
                        <a:rPr lang="en-US" sz="800" dirty="0" err="1"/>
                        <a:t>EN""http</a:t>
                      </a:r>
                      <a:r>
                        <a:rPr lang="en-US" sz="800" dirty="0"/>
                        <a:t>://www.w3.org/TR/html4/strict.dtd"&gt;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021362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&lt;html lang="ja"&gt;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492992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&lt;head&gt;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3387259"/>
                  </a:ext>
                </a:extLst>
              </a:tr>
              <a:tr h="97067">
                <a:tc vMerge="1">
                  <a:txBody>
                    <a:bodyPr/>
                    <a:lstStyle/>
                    <a:p>
                      <a:endParaRPr lang="ja-JP" altLang="en-US" sz="10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&lt;meta http-equiv="Content-Type" content="text/html; charset=utf-8"&gt;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378067"/>
                  </a:ext>
                </a:extLst>
              </a:tr>
              <a:tr h="970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&lt;meta http-equiv="Content-Style-Type" content="text/css"&gt;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1439274"/>
                  </a:ext>
                </a:extLst>
              </a:tr>
              <a:tr h="97067">
                <a:tc vMerge="1">
                  <a:txBody>
                    <a:bodyPr/>
                    <a:lstStyle/>
                    <a:p>
                      <a:endParaRPr lang="ja-JP" altLang="en-US" sz="10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800"/>
                        <a:t>&lt;title&gt;</a:t>
                      </a:r>
                      <a:r>
                        <a:rPr lang="ja-JP" altLang="en-US" sz="800"/>
                        <a:t>水戸市ピアノ教室なら、かのんピアノ教室</a:t>
                      </a:r>
                      <a:r>
                        <a:rPr lang="en-US" altLang="ja-JP" sz="800"/>
                        <a:t>&lt;/title&gt;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7464452"/>
                  </a:ext>
                </a:extLst>
              </a:tr>
              <a:tr h="138668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&lt;script type="text/javascript" src="</a:t>
                      </a:r>
                      <a:r>
                        <a:rPr lang="en-US" sz="800">
                          <a:hlinkClick r:id="rId4"/>
                        </a:rPr>
                        <a:t>https://ajax.googleapis.com/ajax/libs/jquery/1.7.1/jquery.min.js</a:t>
                      </a:r>
                      <a:r>
                        <a:rPr lang="en-US" sz="800"/>
                        <a:t>"&gt;&lt;/script&gt;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277271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&lt;script type="text/javascript"&gt;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3732672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$(function(){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15490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var agent = navigator.userAgent;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0202960"/>
                  </a:ext>
                </a:extLst>
              </a:tr>
              <a:tr h="1802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if(agent.search(/iPhone/) != -1 || agent.search(/iPad/) != -1 || agent.search(/iPod/) != -1 || agent.search(/Android/) != -1){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3282365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redirect();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4189039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800"/>
                        <a:t>}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49098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800"/>
                        <a:t>});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0045696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function redirect(){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699937"/>
                  </a:ext>
                </a:extLst>
              </a:tr>
              <a:tr h="970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800"/>
                        <a:t>if(window.confirm('</a:t>
                      </a:r>
                      <a:r>
                        <a:rPr lang="ja-JP" altLang="en-US" sz="800"/>
                        <a:t>スマートフォン向けサイトに移動しますか？</a:t>
                      </a:r>
                      <a:r>
                        <a:rPr lang="en-US" altLang="ja-JP" sz="800"/>
                        <a:t>')){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9852048"/>
                  </a:ext>
                </a:extLst>
              </a:tr>
              <a:tr h="970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err="1"/>
                        <a:t>location.href</a:t>
                      </a:r>
                      <a:r>
                        <a:rPr lang="en-US" sz="800" dirty="0"/>
                        <a:t> = "https://www.kanon-piano.com//sp";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1014287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800"/>
                        <a:t>}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982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800"/>
                        <a:t>}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688148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&lt;/script&gt; 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7726087"/>
                  </a:ext>
                </a:extLst>
              </a:tr>
              <a:tr h="138668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800"/>
                        <a:t>&lt;meta name="keywords" content="</a:t>
                      </a:r>
                      <a:r>
                        <a:rPr lang="ja-JP" altLang="en-US" sz="800"/>
                        <a:t>茨城県水戸市ピアノ教室</a:t>
                      </a:r>
                      <a:r>
                        <a:rPr lang="en-US" altLang="ja-JP" sz="800"/>
                        <a:t>,</a:t>
                      </a:r>
                      <a:r>
                        <a:rPr lang="ja-JP" altLang="en-US" sz="800"/>
                        <a:t>茨城県ピアノ教室</a:t>
                      </a:r>
                      <a:r>
                        <a:rPr lang="en-US" altLang="ja-JP" sz="800"/>
                        <a:t>,</a:t>
                      </a:r>
                      <a:r>
                        <a:rPr lang="ja-JP" altLang="en-US" sz="800"/>
                        <a:t>水戸市ピアノ教室</a:t>
                      </a:r>
                      <a:r>
                        <a:rPr lang="en-US" altLang="ja-JP" sz="800"/>
                        <a:t>,</a:t>
                      </a:r>
                      <a:r>
                        <a:rPr lang="ja-JP" altLang="en-US" sz="800"/>
                        <a:t>かのんピアノ教室</a:t>
                      </a:r>
                      <a:r>
                        <a:rPr lang="en-US" altLang="ja-JP" sz="800"/>
                        <a:t>,</a:t>
                      </a:r>
                      <a:r>
                        <a:rPr lang="ja-JP" altLang="en-US" sz="800"/>
                        <a:t>水戸市かのんピアノ教室</a:t>
                      </a:r>
                      <a:r>
                        <a:rPr lang="en-US" altLang="ja-JP" sz="800"/>
                        <a:t>"&gt;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6045474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&lt;meta name="description" content=""&gt;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6992308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&lt;meta name="robots" content="index,follow"&gt;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0820944"/>
                  </a:ext>
                </a:extLst>
              </a:tr>
              <a:tr h="970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&lt;meta http-equiv="Content-Style-Type" content="text/css"&gt;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8973880"/>
                  </a:ext>
                </a:extLst>
              </a:tr>
              <a:tr h="1802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&lt;link href="</a:t>
                      </a:r>
                      <a:r>
                        <a:rPr lang="en-US" sz="800">
                          <a:hlinkClick r:id="rId5"/>
                        </a:rPr>
                        <a:t>common/css/common.css</a:t>
                      </a:r>
                      <a:r>
                        <a:rPr lang="en-US" sz="800"/>
                        <a:t>" rel="stylesheet" type="text/css"&gt;&lt;link href="</a:t>
                      </a:r>
                      <a:r>
                        <a:rPr lang="en-US" sz="800">
                          <a:hlinkClick r:id="rId6"/>
                        </a:rPr>
                        <a:t>common/css/jquery.bxslider.css</a:t>
                      </a:r>
                      <a:r>
                        <a:rPr lang="en-US" sz="800"/>
                        <a:t>" rel="stylesheet" /&gt;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656494"/>
                  </a:ext>
                </a:extLst>
              </a:tr>
              <a:tr h="138668">
                <a:tc vMerge="1">
                  <a:txBody>
                    <a:bodyPr/>
                    <a:lstStyle/>
                    <a:p>
                      <a:endParaRPr lang="ja-JP" altLang="en-US" sz="10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&lt;script src="</a:t>
                      </a:r>
                      <a:r>
                        <a:rPr lang="en-US" sz="800">
                          <a:hlinkClick r:id="rId7"/>
                        </a:rPr>
                        <a:t>common/js/jquery.bxslider.min.js</a:t>
                      </a:r>
                      <a:r>
                        <a:rPr lang="en-US" sz="800"/>
                        <a:t>"&gt;&lt;/script&gt;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983039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&lt;script type="text/</a:t>
                      </a:r>
                      <a:r>
                        <a:rPr lang="en-US" sz="800" dirty="0" err="1"/>
                        <a:t>javascript</a:t>
                      </a:r>
                      <a:r>
                        <a:rPr lang="en-US" sz="800" dirty="0"/>
                        <a:t>"&gt;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1872618"/>
                  </a:ext>
                </a:extLst>
              </a:tr>
              <a:tr h="175155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ja-JP" altLang="en-US" sz="8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451686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&lt;/script&gt;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6659521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&lt;/head&gt;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9508499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&lt;body&gt;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896239"/>
                  </a:ext>
                </a:extLst>
              </a:tr>
              <a:tr h="970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800"/>
                        <a:t>&lt;div id="seo"&gt;&lt;h1&gt;</a:t>
                      </a:r>
                      <a:r>
                        <a:rPr lang="ja-JP" altLang="en-US" sz="800"/>
                        <a:t>水戸市ピアノ教室なら、かのんピアノ教室</a:t>
                      </a:r>
                      <a:r>
                        <a:rPr lang="en-US" altLang="ja-JP" sz="800"/>
                        <a:t>&lt;/h1&gt;&lt;/div&gt;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7499085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&lt;div id="seo_line"&gt;&lt;br&gt;&lt;/div&gt;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530377"/>
                  </a:ext>
                </a:extLst>
              </a:tr>
              <a:tr h="97067">
                <a:tc vMerge="1">
                  <a:txBody>
                    <a:bodyPr/>
                    <a:lstStyle/>
                    <a:p>
                      <a:endParaRPr lang="ja-JP" altLang="en-US" sz="10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&lt;div class="head_image"&gt;&lt;img src="</a:t>
                      </a:r>
                      <a:r>
                        <a:rPr lang="en-US" sz="800">
                          <a:hlinkClick r:id="rId8"/>
                        </a:rPr>
                        <a:t>image/header.png</a:t>
                      </a:r>
                      <a:r>
                        <a:rPr lang="en-US" sz="800"/>
                        <a:t>"&gt;&lt;/div&gt;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625491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&lt;div id="out_frame"&gt;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394503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&lt;div class="left_frame"&gt;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54875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&lt;ul class="menu_area"&gt;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540364"/>
                  </a:ext>
                </a:extLst>
              </a:tr>
              <a:tr h="554669">
                <a:tc vMerge="1">
                  <a:txBody>
                    <a:bodyPr/>
                    <a:lstStyle/>
                    <a:p>
                      <a:endParaRPr lang="ja-JP" altLang="en-US" sz="10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&lt;a href="</a:t>
                      </a:r>
                      <a:r>
                        <a:rPr lang="en-US" sz="800">
                          <a:hlinkClick r:id="rId9"/>
                        </a:rPr>
                        <a:t>index.php</a:t>
                      </a:r>
                      <a:r>
                        <a:rPr lang="en-US" sz="800"/>
                        <a:t>"&gt;&lt;li style="border-top:0;"&gt;</a:t>
                      </a:r>
                      <a:r>
                        <a:rPr lang="ja-JP" altLang="en-US" sz="800"/>
                        <a:t>トップ</a:t>
                      </a:r>
                      <a:r>
                        <a:rPr lang="en-US" altLang="ja-JP" sz="800"/>
                        <a:t>&lt;/</a:t>
                      </a:r>
                      <a:r>
                        <a:rPr lang="en-US" sz="800"/>
                        <a:t>li&gt;&lt;/a&gt; &lt;a href="</a:t>
                      </a:r>
                      <a:r>
                        <a:rPr lang="en-US" sz="800">
                          <a:hlinkClick r:id="rId10"/>
                        </a:rPr>
                        <a:t>https://www.kanon-piano.com/profile.php</a:t>
                      </a:r>
                      <a:r>
                        <a:rPr lang="en-US" sz="800"/>
                        <a:t>"&gt;&lt;li&gt;</a:t>
                      </a:r>
                      <a:r>
                        <a:rPr lang="ja-JP" altLang="en-US" sz="800"/>
                        <a:t>教室案内</a:t>
                      </a:r>
                      <a:r>
                        <a:rPr lang="en-US" altLang="ja-JP" sz="800"/>
                        <a:t>&lt;/</a:t>
                      </a:r>
                      <a:r>
                        <a:rPr lang="en-US" sz="800"/>
                        <a:t>li&gt;&lt;/a&gt; &lt;a href="</a:t>
                      </a:r>
                      <a:r>
                        <a:rPr lang="en-US" sz="800">
                          <a:hlinkClick r:id="rId11"/>
                        </a:rPr>
                        <a:t>https://www.kanon-piano.com/info.php</a:t>
                      </a:r>
                      <a:r>
                        <a:rPr lang="en-US" sz="800"/>
                        <a:t>"&gt;&lt;li&gt;</a:t>
                      </a:r>
                      <a:r>
                        <a:rPr lang="ja-JP" altLang="en-US" sz="800"/>
                        <a:t>レッスン</a:t>
                      </a:r>
                      <a:r>
                        <a:rPr lang="en-US" altLang="ja-JP" sz="800"/>
                        <a:t>&lt;/</a:t>
                      </a:r>
                      <a:r>
                        <a:rPr lang="en-US" sz="800"/>
                        <a:t>li&gt;&lt;/a&gt; &lt;a href="</a:t>
                      </a:r>
                      <a:r>
                        <a:rPr lang="en-US" sz="800">
                          <a:hlinkClick r:id="rId12"/>
                        </a:rPr>
                        <a:t>https://www.kanon-piano.com/price.php</a:t>
                      </a:r>
                      <a:r>
                        <a:rPr lang="en-US" sz="800"/>
                        <a:t>"&gt;&lt;li&gt;</a:t>
                      </a:r>
                      <a:r>
                        <a:rPr lang="ja-JP" altLang="en-US" sz="800"/>
                        <a:t>料金表</a:t>
                      </a:r>
                      <a:r>
                        <a:rPr lang="en-US" altLang="ja-JP" sz="800"/>
                        <a:t>&lt;/</a:t>
                      </a:r>
                      <a:r>
                        <a:rPr lang="en-US" sz="800"/>
                        <a:t>li&gt;&lt;/a&gt; &lt;a href="</a:t>
                      </a:r>
                      <a:r>
                        <a:rPr lang="en-US" sz="800">
                          <a:hlinkClick r:id="rId13"/>
                        </a:rPr>
                        <a:t>https://www.kanon-piano.com/blog.php</a:t>
                      </a:r>
                      <a:r>
                        <a:rPr lang="en-US" sz="800"/>
                        <a:t>"&gt;&lt;li&gt;</a:t>
                      </a:r>
                      <a:r>
                        <a:rPr lang="ja-JP" altLang="en-US" sz="800"/>
                        <a:t>ブログ</a:t>
                      </a:r>
                      <a:r>
                        <a:rPr lang="en-US" altLang="ja-JP" sz="800"/>
                        <a:t>&lt;/</a:t>
                      </a:r>
                      <a:r>
                        <a:rPr lang="en-US" sz="800"/>
                        <a:t>li&gt;&lt;/a&gt; &lt;a href="</a:t>
                      </a:r>
                      <a:r>
                        <a:rPr lang="en-US" sz="800">
                          <a:hlinkClick r:id="rId14"/>
                        </a:rPr>
                        <a:t>https://www.kanon-piano.com/contact.php</a:t>
                      </a:r>
                      <a:r>
                        <a:rPr lang="en-US" sz="800"/>
                        <a:t>"&gt;&lt;li&gt;</a:t>
                      </a:r>
                      <a:r>
                        <a:rPr lang="ja-JP" altLang="en-US" sz="800"/>
                        <a:t>お問合せ</a:t>
                      </a:r>
                      <a:r>
                        <a:rPr lang="en-US" altLang="ja-JP" sz="800"/>
                        <a:t>&lt;/</a:t>
                      </a:r>
                      <a:r>
                        <a:rPr lang="en-US" sz="800"/>
                        <a:t>li&gt;&lt;/a&gt; &lt;/ul&gt;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653711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&lt;div class="left_box"&gt;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520675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&lt;h2&gt;</a:t>
                      </a:r>
                      <a:r>
                        <a:rPr lang="ja-JP" altLang="en-US" sz="800" dirty="0"/>
                        <a:t>水戸市のピアノ教室です。</a:t>
                      </a:r>
                      <a:r>
                        <a:rPr lang="en-US" altLang="ja-JP" sz="800" dirty="0"/>
                        <a:t>&lt;/</a:t>
                      </a:r>
                      <a:r>
                        <a:rPr lang="en-US" sz="800" dirty="0"/>
                        <a:t>h2&gt;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5452885"/>
                  </a:ext>
                </a:extLst>
              </a:tr>
              <a:tr h="180267">
                <a:tc vMerge="1">
                  <a:txBody>
                    <a:bodyPr/>
                    <a:lstStyle/>
                    <a:p>
                      <a:endParaRPr lang="ja-JP" altLang="en-US" sz="10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highlight>
                            <a:srgbClr val="FFFF00"/>
                          </a:highlight>
                        </a:rPr>
                        <a:t>&lt;div class="</a:t>
                      </a:r>
                      <a:r>
                        <a:rPr lang="en-US" sz="800" dirty="0" err="1">
                          <a:highlight>
                            <a:srgbClr val="FFFF00"/>
                          </a:highlight>
                        </a:rPr>
                        <a:t>pr_image</a:t>
                      </a:r>
                      <a:r>
                        <a:rPr lang="en-US" sz="800" dirty="0">
                          <a:highlight>
                            <a:srgbClr val="FFFF00"/>
                          </a:highlight>
                        </a:rPr>
                        <a:t>"&gt;&lt;</a:t>
                      </a:r>
                      <a:r>
                        <a:rPr lang="en-US" sz="800" dirty="0" err="1">
                          <a:highlight>
                            <a:srgbClr val="FFFF00"/>
                          </a:highlight>
                        </a:rPr>
                        <a:t>img</a:t>
                      </a:r>
                      <a:r>
                        <a:rPr lang="en-US" sz="8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800" dirty="0" err="1">
                          <a:highlight>
                            <a:srgbClr val="FFFF00"/>
                          </a:highlight>
                        </a:rPr>
                        <a:t>src</a:t>
                      </a:r>
                      <a:r>
                        <a:rPr lang="en-US" sz="800" dirty="0">
                          <a:highlight>
                            <a:srgbClr val="FFFF00"/>
                          </a:highlight>
                        </a:rPr>
                        <a:t>='</a:t>
                      </a:r>
                      <a:r>
                        <a:rPr lang="en-US" sz="800" dirty="0">
                          <a:highlight>
                            <a:srgbClr val="FFFF00"/>
                          </a:highlight>
                          <a:hlinkClick r:id="rId15"/>
                        </a:rPr>
                        <a:t>https://www.kanon-piano.com/image/pr/000000000001.jpg</a:t>
                      </a:r>
                      <a:r>
                        <a:rPr lang="en-US" sz="800" dirty="0">
                          <a:highlight>
                            <a:srgbClr val="FFFF00"/>
                          </a:highlight>
                        </a:rPr>
                        <a:t>'&gt;&lt;/div&gt;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584347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&lt;p&gt;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929018"/>
                  </a:ext>
                </a:extLst>
              </a:tr>
              <a:tr h="221868">
                <a:tc vMerge="1">
                  <a:txBody>
                    <a:bodyPr/>
                    <a:lstStyle/>
                    <a:p>
                      <a:endParaRPr lang="ja-JP" altLang="en-US" sz="10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/>
                        <a:t>当教室では、</a:t>
                      </a:r>
                      <a:r>
                        <a:rPr lang="en-US" altLang="ja-JP" sz="800"/>
                        <a:t>4</a:t>
                      </a:r>
                      <a:r>
                        <a:rPr lang="ja-JP" altLang="en-US" sz="800"/>
                        <a:t>才のお子様から大人の方までを対象に、ニーズに合わせたピアノのレッスンを行っております。</a:t>
                      </a:r>
                      <a:r>
                        <a:rPr lang="en-US" altLang="ja-JP" sz="800"/>
                        <a:t>&lt;br&gt;</a:t>
                      </a:r>
                      <a:r>
                        <a:rPr lang="ja-JP" altLang="en-US" sz="800"/>
                        <a:t>体験レッスンも無料で行っておりますので、お気軽にお問い合わせください。 </a:t>
                      </a:r>
                      <a:r>
                        <a:rPr lang="en-US" altLang="ja-JP" sz="800"/>
                        <a:t>&lt;/p&gt;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746466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&lt;span&gt;TEL:080-1161-3952&lt;/span&gt;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7265062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&lt;/div&gt;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7039247"/>
                  </a:ext>
                </a:extLst>
              </a:tr>
              <a:tr h="55467">
                <a:tc vMerge="1">
                  <a:txBody>
                    <a:bodyPr/>
                    <a:lstStyle/>
                    <a:p>
                      <a:endParaRPr lang="ja-JP" altLang="en-US" sz="1000" dirty="0"/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&lt;div class=</a:t>
                      </a:r>
                    </a:p>
                  </a:txBody>
                  <a:tcPr marL="11511" marR="11511" marT="5756" marB="5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2571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4663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710</Words>
  <Application>Microsoft Office PowerPoint</Application>
  <PresentationFormat>ワイド画面</PresentationFormat>
  <Paragraphs>49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検索画面の画像表示</vt:lpstr>
      <vt:lpstr>https://www.kanon-piano.com/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検索画面の画像表示</dc:title>
  <dc:creator>ono hideki</dc:creator>
  <cp:lastModifiedBy>ono hideki</cp:lastModifiedBy>
  <cp:revision>1</cp:revision>
  <dcterms:created xsi:type="dcterms:W3CDTF">2022-12-11T00:41:21Z</dcterms:created>
  <dcterms:modified xsi:type="dcterms:W3CDTF">2022-12-11T00:49:57Z</dcterms:modified>
</cp:coreProperties>
</file>